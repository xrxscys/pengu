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Toolkit 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slides for conversion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Files never leave your machine</a:t>
            </a:r>
          </a:p>
          <a:p>
            <a:r>
              <a:t>No uploads, no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to PDF</a:t>
            </a:r>
          </a:p>
          <a:p>
            <a:r>
              <a:t>Convert from PDF</a:t>
            </a:r>
          </a:p>
          <a:p>
            <a:r>
              <a:t>Merge PDFs</a:t>
            </a:r>
          </a:p>
          <a:p>
            <a:r>
              <a:t>Convert to Markdown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